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人工智能发展史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</a:defRPr>
            </a:pPr>
            <a:r>
              <a:t>人工智能发展史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从图灵到ChatGPT——AI的演进之路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</a:defRPr>
            </a:pPr>
            <a:r>
              <a:t>AI发展总览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</a:defRPr>
            </a:pPr>
            <a:r>
              <a:t>🔹 1940s-1950s 萌芽期：图灵测试与达特茅斯会议</a:t>
            </a:r>
            <a:br/>
            <a:r>
              <a:t>🔹 1956-1974 黄金期：逻辑推理与早期突破</a:t>
            </a:r>
            <a:br/>
            <a:r>
              <a:t>🔹 1974-1980 第一次AI寒冬：算力瓶颈与期望落空</a:t>
            </a:r>
            <a:br/>
            <a:r>
              <a:t>🔹 1980-1987 专家系统时代：知识工程繁荣</a:t>
            </a:r>
            <a:br/>
            <a:r>
              <a:t>🔹 1987-1993 第二次AI寒冬：专家系统遇冷</a:t>
            </a:r>
            <a:br/>
            <a:r>
              <a:t>🔹 1993-2006 机器学习崛起：统计方法与数据驱动</a:t>
            </a:r>
            <a:br/>
            <a:r>
              <a:t>🔹 2006-2019 深度学习革命：神经网络复兴</a:t>
            </a:r>
            <a:br/>
            <a:r>
              <a:t>🔹 2020-至今 大模型时代：GPT与AGI探索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</a:defRPr>
            </a:pPr>
            <a:r>
              <a:t>🌱 萌芽期（1943-1956）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1943 — McCulloch &amp; Pitts 提出人工神经元数学模型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1950 — 图灵发表《计算机器与智能》，提出图灵测试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1951 — Marvin Minsky 建造第一台神经网络计算机 SNARC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1956 — 达特茅斯会议召开，"人工智能"一词正式诞生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会议发起人：John McCarthy、Marvin Minsky、Nathaniel Rochester、Claude Shannon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</a:defRPr>
            </a:pPr>
            <a:r>
              <a:t>⭐ 黄金期（1956-1974）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1957 — Frank Rosenblatt 发明感知机 (Perceptron)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1958 — McCarthy 开发 Lisp 编程语言（AI首选语言）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1964 — Joseph Weizenbaum 开发 Eliza 聊天机器人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1966 — Shakey 机器人项目启动（首个通用移动机器人）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1969 — Minsky &amp; Papert 发表《感知机》，指出神经网络局限性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—— 标志着第一次AI寒冬的预兆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</a:defRPr>
            </a:pPr>
            <a:r>
              <a:t>❄️ 第一次AI寒冬（1974-1980）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原因：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🔻 计算能力严重不足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🔻 早期AI承诺过度，实际成果有限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🔻 政府资助大幅削减（Lighthill报告导致英国AI资金中断）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🔻 神经网络研究几乎停滞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—— 但机器学习、知识表示等基础理论在此期间持续积累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</a:defRPr>
            </a:pPr>
            <a:r>
              <a:t>🔧 专家系统时代（1980-1987）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1980 — XCON 专家系统在DEC公司部署，每年节省数千万美元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1981 — 日本启动"第五代计算机"计划，投入数亿美元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1986 — Geoffrey Hinton 等人发表反向传播算法论文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—— 专家系统在医疗（MYCIN）、矿产勘探等垂直领域取得成功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—— 全球AI产业市值在1985年突破10亿美元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</a:defRPr>
            </a:pPr>
            <a:r>
              <a:t>🌨️ 第二次AI寒冬（1987-1993）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原因：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🔻 专家系统维护成本高昂，难以扩展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🔻 日本第五代计算机计划未能达到预期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🔻 美国战略计算计划（SCP）成果有限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🔻 1993年AI产业市值跌回原点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—— 但统计学习方法（SVM、贝叶斯网络）在此期间悄然兴起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</a:defRPr>
            </a:pPr>
            <a:r>
              <a:t>📈 机器学习崛起（1993-2006）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1997 — IBM 深蓝击败国际象棋世界冠军卡斯帕罗夫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1997 — LSTM长短期记忆网络被提出（Hochreiter &amp; Schmidhuber）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2001 — 随机森林算法提出（Leo Breiman）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2004 — 深度学习概念开始在学术界酝酿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2006 — Hinton 提出深度信念网络，深度学习革命拉开序幕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</a:defRPr>
            </a:pPr>
            <a:r>
              <a:t>🚀 深度学习革命（2006-2019）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2009 — ImageNet 数据集发布，推动计算机视觉发展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2011 — IBM Watson 在Jeopardy!问答节目中击败人类冠军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2012 — AlexNet 在ImageNet竞赛中大幅领先，深度学习时代到来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2014 — GAN 生成对抗网络提出（Ian Goodfellow）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2016 — AlphaGo 击败围棋世界冠军李世石（4:1）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2017 — Transformer 架构论文《Attention Is All You Need》发布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2018 — BERT、GPT-1 预训练语言模型问世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2019 — GPT-2 展示强大的文本生成能力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</a:defRPr>
            </a:pPr>
            <a:r>
              <a:t>🤖 大模型时代（2020-至今）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2020 — GPT-3 (1750亿参数)，开启大语言模型时代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2021 — DALL·E 文本生成图像模型发布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2022 — ChatGPT 发布，2个月用户破亿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2023 — GPT-4 多模态模型发布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2023 — Claude、Gemini、Llama等系列涌现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2024 — Sora 视频生成、AI Agent、多模态融合加速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2025 — 推理模型深化，AI编程、具身智能快速发展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2026 — AGI探索持续推进，AI融入各行各业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</a:defRPr>
            </a:pPr>
            <a:r>
              <a:t>👑 关键人物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Alan Turing (1912-1954)</a:t>
            </a:r>
            <a:br/>
            <a:r>
              <a:t>图灵测试之父</a:t>
            </a:r>
            <a:br/>
            <a:br/>
            <a:r>
              <a:t>John McCarthy (1927-2011)</a:t>
            </a:r>
            <a:br/>
            <a:r>
              <a:t>"人工智能"命名者，Lisp发明人</a:t>
            </a:r>
            <a:br/>
            <a:br/>
            <a:r>
              <a:t>Marvin Minsky (1927-2016)</a:t>
            </a:r>
            <a:br/>
            <a:r>
              <a:t>神经网络先驱，MIT AI Lab创始人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Geoffrey Hinton (1947-)</a:t>
            </a:r>
            <a:br/>
            <a:r>
              <a:t>深度学习之父</a:t>
            </a:r>
            <a:br/>
            <a:br/>
            <a:r>
              <a:t>Yann LeCun (1960-)</a:t>
            </a:r>
            <a:br/>
            <a:r>
              <a:t>CNN卷积神经网络之父</a:t>
            </a:r>
            <a:br/>
            <a:br/>
            <a:r>
              <a:t>Demis Hassabis (1976-)</a:t>
            </a:r>
            <a:br/>
            <a:r>
              <a:t>DeepMind创始人，AlphaGo缔造者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</a:defRPr>
            </a:pPr>
            <a:r>
              <a:t>🔮 未来展望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515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🌐 AGI（通用人工智能）：从狭义AI迈向通用智能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🧠 脑机接口：Neuralink等实现人脑与AI直接交互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🤝 人机协作：AI不再是工具，而是伙伴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⚖️ AI伦理与治理：安全、公平、透明的AI框架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🌍 AI for Science：加速药物研发、气候预测、物理发现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—— 人工智能的终极目标：拓展人类智慧边界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